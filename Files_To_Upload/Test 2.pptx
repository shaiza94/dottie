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8" r:id="rId1"/>
  </p:sldMasterIdLst>
  <p:notesMasterIdLst>
    <p:notesMasterId r:id="rId3"/>
  </p:notesMasterIdLst>
  <p:sldIdLst>
    <p:sldId id="259" r:id="rId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2" name="Google Shape;9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>
  <p:cSld name="Conten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606000" y="2087135"/>
            <a:ext cx="10039629" cy="3986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-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/>
          <p:nvPr/>
        </p:nvSpPr>
        <p:spPr>
          <a:xfrm>
            <a:off x="0" y="6477029"/>
            <a:ext cx="47624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609600" y="218115"/>
            <a:ext cx="10981509" cy="1032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600" b="1" i="0" u="none" strike="noStrike" cap="non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reak 1">
  <p:cSld name="Break 1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206303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750414" y="1753298"/>
            <a:ext cx="7001014" cy="3219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6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31" name="Google Shape;31;p5"/>
          <p:cNvGrpSpPr/>
          <p:nvPr/>
        </p:nvGrpSpPr>
        <p:grpSpPr>
          <a:xfrm>
            <a:off x="4079563" y="371474"/>
            <a:ext cx="8126739" cy="6486524"/>
            <a:chOff x="4079563" y="371474"/>
            <a:chExt cx="8126739" cy="6486524"/>
          </a:xfrm>
        </p:grpSpPr>
        <p:pic>
          <p:nvPicPr>
            <p:cNvPr id="32" name="Google Shape;32;p5" descr="Icon&#10;&#10;Description automatically generated"/>
            <p:cNvPicPr preferRelativeResize="0"/>
            <p:nvPr/>
          </p:nvPicPr>
          <p:blipFill rotWithShape="1">
            <a:blip r:embed="rId3">
              <a:alphaModFix amt="56000"/>
            </a:blip>
            <a:srcRect l="-76833" t="-53392" r="43521" b="46659"/>
            <a:stretch/>
          </p:blipFill>
          <p:spPr>
            <a:xfrm>
              <a:off x="4079563" y="371474"/>
              <a:ext cx="8126739" cy="64865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" name="Google Shape;33;p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751428" y="4124822"/>
              <a:ext cx="2439745" cy="243974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reak 2">
  <p:cSld name="Break 2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206303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750414" y="1753298"/>
            <a:ext cx="7001014" cy="3219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6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37" name="Google Shape;37;p6"/>
          <p:cNvGrpSpPr/>
          <p:nvPr/>
        </p:nvGrpSpPr>
        <p:grpSpPr>
          <a:xfrm>
            <a:off x="4079563" y="371474"/>
            <a:ext cx="8126739" cy="6486524"/>
            <a:chOff x="4079563" y="371474"/>
            <a:chExt cx="8126739" cy="6486524"/>
          </a:xfrm>
        </p:grpSpPr>
        <p:pic>
          <p:nvPicPr>
            <p:cNvPr id="38" name="Google Shape;38;p6" descr="Icon&#10;&#10;Description automatically generated"/>
            <p:cNvPicPr preferRelativeResize="0"/>
            <p:nvPr/>
          </p:nvPicPr>
          <p:blipFill rotWithShape="1">
            <a:blip r:embed="rId3">
              <a:alphaModFix amt="56000"/>
            </a:blip>
            <a:srcRect l="-76833" t="-53392" r="43521" b="46659"/>
            <a:stretch/>
          </p:blipFill>
          <p:spPr>
            <a:xfrm>
              <a:off x="4079563" y="371474"/>
              <a:ext cx="8126739" cy="64865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" name="Google Shape;39;p6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751428" y="4124822"/>
              <a:ext cx="2439745" cy="243974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reak 3">
  <p:cSld name="Break 3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0"/>
            <a:ext cx="12206301" cy="6857998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7"/>
          <p:cNvSpPr txBox="1">
            <a:spLocks noGrp="1"/>
          </p:cNvSpPr>
          <p:nvPr>
            <p:ph type="title"/>
          </p:nvPr>
        </p:nvSpPr>
        <p:spPr>
          <a:xfrm>
            <a:off x="750414" y="1753298"/>
            <a:ext cx="7001014" cy="3219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6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43" name="Google Shape;43;p7"/>
          <p:cNvGrpSpPr/>
          <p:nvPr/>
        </p:nvGrpSpPr>
        <p:grpSpPr>
          <a:xfrm>
            <a:off x="4079563" y="371474"/>
            <a:ext cx="8126739" cy="6486524"/>
            <a:chOff x="4079563" y="371474"/>
            <a:chExt cx="8126739" cy="6486524"/>
          </a:xfrm>
        </p:grpSpPr>
        <p:pic>
          <p:nvPicPr>
            <p:cNvPr id="44" name="Google Shape;44;p7" descr="Icon&#10;&#10;Description automatically generated"/>
            <p:cNvPicPr preferRelativeResize="0"/>
            <p:nvPr/>
          </p:nvPicPr>
          <p:blipFill rotWithShape="1">
            <a:blip r:embed="rId3">
              <a:alphaModFix amt="56000"/>
            </a:blip>
            <a:srcRect l="-76833" t="-53392" r="43521" b="46659"/>
            <a:stretch/>
          </p:blipFill>
          <p:spPr>
            <a:xfrm>
              <a:off x="4079563" y="371474"/>
              <a:ext cx="8126739" cy="64865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" name="Google Shape;45;p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751428" y="4124822"/>
              <a:ext cx="2439745" cy="243974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reak 1 Gray">
  <p:cSld name="Break 1 Gra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206303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8"/>
          <p:cNvSpPr txBox="1">
            <a:spLocks noGrp="1"/>
          </p:cNvSpPr>
          <p:nvPr>
            <p:ph type="title"/>
          </p:nvPr>
        </p:nvSpPr>
        <p:spPr>
          <a:xfrm>
            <a:off x="750414" y="1753298"/>
            <a:ext cx="7001014" cy="3219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6000" b="1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49" name="Google Shape;49;p8"/>
          <p:cNvGrpSpPr/>
          <p:nvPr/>
        </p:nvGrpSpPr>
        <p:grpSpPr>
          <a:xfrm>
            <a:off x="4079563" y="371474"/>
            <a:ext cx="8126739" cy="6486524"/>
            <a:chOff x="4079563" y="371474"/>
            <a:chExt cx="8126739" cy="6486524"/>
          </a:xfrm>
        </p:grpSpPr>
        <p:pic>
          <p:nvPicPr>
            <p:cNvPr id="50" name="Google Shape;50;p8" descr="Icon&#10;&#10;Description automatically generated"/>
            <p:cNvPicPr preferRelativeResize="0"/>
            <p:nvPr/>
          </p:nvPicPr>
          <p:blipFill rotWithShape="1">
            <a:blip r:embed="rId3">
              <a:alphaModFix amt="56000"/>
            </a:blip>
            <a:srcRect l="-76833" t="-53392" r="43521" b="46659"/>
            <a:stretch/>
          </p:blipFill>
          <p:spPr>
            <a:xfrm>
              <a:off x="4079563" y="371474"/>
              <a:ext cx="8126739" cy="64865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" name="Google Shape;51;p8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751428" y="4124822"/>
              <a:ext cx="2439745" cy="243974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reak 2 Gray">
  <p:cSld name="Break 2 Gra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1"/>
            <a:ext cx="12206301" cy="685799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9"/>
          <p:cNvSpPr txBox="1">
            <a:spLocks noGrp="1"/>
          </p:cNvSpPr>
          <p:nvPr>
            <p:ph type="title"/>
          </p:nvPr>
        </p:nvSpPr>
        <p:spPr>
          <a:xfrm>
            <a:off x="750414" y="1753298"/>
            <a:ext cx="7001014" cy="3219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6000" b="1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55" name="Google Shape;55;p9"/>
          <p:cNvGrpSpPr/>
          <p:nvPr/>
        </p:nvGrpSpPr>
        <p:grpSpPr>
          <a:xfrm>
            <a:off x="4079563" y="371474"/>
            <a:ext cx="8126739" cy="6486524"/>
            <a:chOff x="4079563" y="371474"/>
            <a:chExt cx="8126739" cy="6486524"/>
          </a:xfrm>
        </p:grpSpPr>
        <p:pic>
          <p:nvPicPr>
            <p:cNvPr id="56" name="Google Shape;56;p9" descr="Icon&#10;&#10;Description automatically generated"/>
            <p:cNvPicPr preferRelativeResize="0"/>
            <p:nvPr/>
          </p:nvPicPr>
          <p:blipFill rotWithShape="1">
            <a:blip r:embed="rId3">
              <a:alphaModFix amt="56000"/>
            </a:blip>
            <a:srcRect l="-76833" t="-53392" r="43521" b="46659"/>
            <a:stretch/>
          </p:blipFill>
          <p:spPr>
            <a:xfrm>
              <a:off x="4079563" y="371474"/>
              <a:ext cx="8126739" cy="64865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" name="Google Shape;57;p9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751428" y="4124822"/>
              <a:ext cx="2439745" cy="243974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Custom Layout">
  <p:cSld name="5_Custom Layou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1"/>
            <a:ext cx="12206301" cy="6857998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0"/>
          <p:cNvSpPr txBox="1">
            <a:spLocks noGrp="1"/>
          </p:cNvSpPr>
          <p:nvPr>
            <p:ph type="title"/>
          </p:nvPr>
        </p:nvSpPr>
        <p:spPr>
          <a:xfrm>
            <a:off x="750414" y="1753298"/>
            <a:ext cx="7001014" cy="3219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6000" b="1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61" name="Google Shape;61;p10"/>
          <p:cNvGrpSpPr/>
          <p:nvPr/>
        </p:nvGrpSpPr>
        <p:grpSpPr>
          <a:xfrm>
            <a:off x="4079563" y="371474"/>
            <a:ext cx="8126739" cy="6486524"/>
            <a:chOff x="4079563" y="371474"/>
            <a:chExt cx="8126739" cy="6486524"/>
          </a:xfrm>
        </p:grpSpPr>
        <p:pic>
          <p:nvPicPr>
            <p:cNvPr id="62" name="Google Shape;62;p10" descr="Icon&#10;&#10;Description automatically generated"/>
            <p:cNvPicPr preferRelativeResize="0"/>
            <p:nvPr/>
          </p:nvPicPr>
          <p:blipFill rotWithShape="1">
            <a:blip r:embed="rId3">
              <a:alphaModFix amt="56000"/>
            </a:blip>
            <a:srcRect l="-76833" t="-53392" r="43521" b="46659"/>
            <a:stretch/>
          </p:blipFill>
          <p:spPr>
            <a:xfrm>
              <a:off x="4079563" y="371474"/>
              <a:ext cx="8126739" cy="64865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" name="Google Shape;63;p1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751428" y="4124822"/>
              <a:ext cx="2439745" cy="243974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hank you slide">
  <p:cSld name="Thank you slide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/>
          <p:nvPr/>
        </p:nvSpPr>
        <p:spPr>
          <a:xfrm>
            <a:off x="0" y="1"/>
            <a:ext cx="12191999" cy="6858000"/>
          </a:xfrm>
          <a:prstGeom prst="rect">
            <a:avLst/>
          </a:prstGeom>
          <a:gradFill>
            <a:gsLst>
              <a:gs pos="0">
                <a:srgbClr val="790CE6"/>
              </a:gs>
              <a:gs pos="99000">
                <a:schemeClr val="dk1"/>
              </a:gs>
              <a:gs pos="100000">
                <a:schemeClr val="dk1"/>
              </a:gs>
            </a:gsLst>
            <a:lin ang="135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1"/>
          <p:cNvSpPr txBox="1">
            <a:spLocks noGrp="1"/>
          </p:cNvSpPr>
          <p:nvPr>
            <p:ph type="title"/>
          </p:nvPr>
        </p:nvSpPr>
        <p:spPr>
          <a:xfrm>
            <a:off x="750414" y="2399251"/>
            <a:ext cx="5419726" cy="2573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6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67" name="Google Shape;67;p11" descr="Ico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 l="1" t="-14448" r="37793" b="57477"/>
          <a:stretch/>
        </p:blipFill>
        <p:spPr>
          <a:xfrm rot="10800000" flipH="1">
            <a:off x="7143751" y="-2"/>
            <a:ext cx="5048248" cy="471686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" name="Google Shape;68;p11"/>
          <p:cNvGrpSpPr/>
          <p:nvPr/>
        </p:nvGrpSpPr>
        <p:grpSpPr>
          <a:xfrm>
            <a:off x="8939552" y="1164699"/>
            <a:ext cx="2475998" cy="3276551"/>
            <a:chOff x="6994989" y="540163"/>
            <a:chExt cx="4581525" cy="6062847"/>
          </a:xfrm>
        </p:grpSpPr>
        <p:pic>
          <p:nvPicPr>
            <p:cNvPr id="69" name="Google Shape;69;p11" descr="Shape&#10;&#10;Description automatically generated with medium confidence"/>
            <p:cNvPicPr preferRelativeResize="0"/>
            <p:nvPr/>
          </p:nvPicPr>
          <p:blipFill rotWithShape="1">
            <a:blip r:embed="rId3">
              <a:alphaModFix amt="56000"/>
            </a:blip>
            <a:srcRect/>
            <a:stretch/>
          </p:blipFill>
          <p:spPr>
            <a:xfrm>
              <a:off x="7965500" y="5347130"/>
              <a:ext cx="3192028" cy="12558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" name="Google Shape;70;p1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994989" y="540163"/>
              <a:ext cx="4581525" cy="50958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71" name="Google Shape;71;p11" descr="A picture containing graphical user interface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6450" y="645585"/>
            <a:ext cx="2561554" cy="793434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1"/>
          <p:cNvSpPr txBox="1"/>
          <p:nvPr/>
        </p:nvSpPr>
        <p:spPr>
          <a:xfrm>
            <a:off x="750414" y="6107185"/>
            <a:ext cx="5419726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www.dotcompliance.com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1038113" y="5966222"/>
            <a:ext cx="787519" cy="875932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/>
          <p:nvPr/>
        </p:nvSpPr>
        <p:spPr>
          <a:xfrm>
            <a:off x="0" y="6477029"/>
            <a:ext cx="12192000" cy="380972"/>
          </a:xfrm>
          <a:prstGeom prst="rect">
            <a:avLst/>
          </a:prstGeom>
          <a:gradFill>
            <a:gsLst>
              <a:gs pos="0">
                <a:srgbClr val="8909E9"/>
              </a:gs>
              <a:gs pos="50000">
                <a:srgbClr val="8909E9"/>
              </a:gs>
              <a:gs pos="100000">
                <a:srgbClr val="18094F"/>
              </a:gs>
            </a:gsLst>
            <a:lin ang="135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0" y="6477029"/>
            <a:ext cx="47624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" name="Google Shape;13;p1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1476416" y="6364335"/>
            <a:ext cx="261248" cy="29068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 txBox="1">
            <a:spLocks noGrp="1"/>
          </p:cNvSpPr>
          <p:nvPr>
            <p:ph type="title"/>
          </p:nvPr>
        </p:nvSpPr>
        <p:spPr>
          <a:xfrm>
            <a:off x="750414" y="2399251"/>
            <a:ext cx="5419726" cy="2573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 sz="7200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Dot Compliance PPT">
  <a:themeElements>
    <a:clrScheme name="NEW DOT COMPLIAN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A16C0"/>
      </a:accent1>
      <a:accent2>
        <a:srgbClr val="EA56F6"/>
      </a:accent2>
      <a:accent3>
        <a:srgbClr val="A5A5A5"/>
      </a:accent3>
      <a:accent4>
        <a:srgbClr val="262626"/>
      </a:accent4>
      <a:accent5>
        <a:srgbClr val="796FF6"/>
      </a:accent5>
      <a:accent6>
        <a:srgbClr val="6ED59C"/>
      </a:accent6>
      <a:hlink>
        <a:srgbClr val="F69648"/>
      </a:hlink>
      <a:folHlink>
        <a:srgbClr val="EA56F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2</Words>
  <Application>Microsoft Office PowerPoint</Application>
  <PresentationFormat>Widescreen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1_Dot Compliance PPT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Early Feedback - Similarity by Dottie AI 3.0 </dc:title>
  <cp:lastModifiedBy>Shai Zattelman</cp:lastModifiedBy>
  <cp:revision>24</cp:revision>
  <dcterms:modified xsi:type="dcterms:W3CDTF">2024-09-24T06:59:01Z</dcterms:modified>
</cp:coreProperties>
</file>